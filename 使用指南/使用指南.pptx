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4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5240"/>
            <a:ext cx="12185015" cy="687260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747395"/>
            <a:ext cx="3040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可以使用</a:t>
            </a:r>
            <a:r>
              <a:rPr lang="en-US" altLang="zh-CN" b="1">
                <a:solidFill>
                  <a:srgbClr val="FF0000"/>
                </a:solidFill>
              </a:rPr>
              <a:t>QQ</a:t>
            </a:r>
            <a:r>
              <a:rPr lang="zh-CN" altLang="en-US" b="1">
                <a:solidFill>
                  <a:srgbClr val="FF0000"/>
                </a:solidFill>
              </a:rPr>
              <a:t>邮箱注册使用，第一次登陆自动注册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3302000" y="1431925"/>
            <a:ext cx="1896745" cy="18478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73480" y="4087495"/>
            <a:ext cx="3040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当然，也可以使用</a:t>
            </a:r>
            <a:r>
              <a:rPr lang="zh-CN" altLang="en-US" b="1">
                <a:solidFill>
                  <a:srgbClr val="FF0000"/>
                </a:solidFill>
              </a:rPr>
              <a:t>游客登陆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055110" y="4392295"/>
            <a:ext cx="690880" cy="52070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15240"/>
            <a:ext cx="12185015" cy="687260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85340" y="2600960"/>
            <a:ext cx="3914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注册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游客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</a:rPr>
              <a:t>登陆过后点击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书屋评价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989965" y="2459990"/>
            <a:ext cx="1132205" cy="40259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063875" y="3505835"/>
            <a:ext cx="8178800" cy="25203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测试中，暂不展示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15240"/>
            <a:ext cx="12185015" cy="687260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-635" y="-15240"/>
            <a:ext cx="1218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当前页即可对我写下</a:t>
            </a:r>
            <a:r>
              <a:rPr lang="zh-CN" altLang="en-US" b="1">
                <a:solidFill>
                  <a:srgbClr val="FF0000"/>
                </a:solidFill>
              </a:rPr>
              <a:t>寄语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15240"/>
            <a:ext cx="12185015" cy="687260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7980" y="1985010"/>
            <a:ext cx="1218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提交成功过后会显示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素笺已投，感谢寄语！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r>
              <a:rPr lang="zh-CN" altLang="en-US" b="1">
                <a:solidFill>
                  <a:srgbClr val="FF0000"/>
                </a:solidFill>
              </a:rPr>
              <a:t>即表示</a:t>
            </a:r>
            <a:r>
              <a:rPr lang="zh-CN" altLang="en-US" b="1">
                <a:solidFill>
                  <a:srgbClr val="FF0000"/>
                </a:solidFill>
              </a:rPr>
              <a:t>提交成功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020945" y="2392045"/>
            <a:ext cx="1334135" cy="190309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WPS 演示</Application>
  <PresentationFormat>宽屏</PresentationFormat>
  <Paragraphs>12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157</cp:revision>
  <dcterms:created xsi:type="dcterms:W3CDTF">2019-06-19T02:08:00Z</dcterms:created>
  <dcterms:modified xsi:type="dcterms:W3CDTF">2026-05-06T16:00:55Z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19F2A27C7B524868896F33BF5D3FDBF0_11</vt:lpwstr>
  </property>
</Properties>
</file>